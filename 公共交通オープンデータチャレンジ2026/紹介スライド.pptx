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Move or Wait、動くか待つか。地震のあと、鉄道会社が「再開の見込みは立っていません」としか言えない数時間に、訪日外国人へ、待つか、今夜の寝場所を確保するかを決める数字を出すウェブアプリです。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大きな地震のあと、鉄道会社の案内は全社同じ文になります。「運転再開の見込みは立っていません」。点検の内容で復旧時間が大きく変わるので、数字が出せないのです。8月23日の茨城県南部の地震では、深夜2時の発生から、6時15分になっても再開見込みが出ませんでした。4時間以上、誰も「あとどれくらい」を言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一番困るのが訪日外国人です。日本語の案内が読めず、「点検」が何時間か知らず、駅周辺のホテルが数時間で埋まることも知りません。1時間目に決めるか、4時間目に決めるかで、結果が変わります。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アプリは、「見込みは立っていません」に数字を与えます。再開まで51分から4時間26分、12時24分から15時59分ごろ。そして「今夜のうちに戻れる見込みです」という決断の形にします。終電と出国便の時刻から逆算しています。この数字を出しているところは、他に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宿の行をタップすると、周りの路線が1行ずつ並びます。路線を開くと、最も強く揺れた観測点、点検が要る区間の長さ、再開までの幅、鉄道会社の案内が見えます。見込みを出すからこそ、根拠と限界を隠し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震度6強なら、待たずに宿を取れと言います。見込み時刻は出しません。そして休める場所として、東京都の一時滞在施設と、国土地理院の指定緊急避難場所を同じ地図に出します。現在地は住所で表示します。画面を見せれば、言葉なしで伝わ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仕組みです。気象庁の震度を、国土数値情報の全国596路線に重ねます。公共交通オープンデータセンターの路線と駅のデータで、線路名称を旅客が知る運転系統に組み替えます。運転規制基準に基づく推定式で、路線ごとの再開までの幅を出します。運行情報で「平常」が出た系統は、推定を取り下げます。最後に、決断の形に翻訳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共交通オープンデータセンターのデータは、2つの役割で使っています。路線と駅のデータで運転系統の対応表を作ること。運行情報で推定を終わらせること。「止まっている」は他でも見られますが、「あとどれくらい」と「もう再開した」の両端を持つのはここだけ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8月23日の茨城県南部の地震を、実データで再現しました。山手線は1時間44分から5時間35分。実際にJR東日本は、発生4時間15分後でも再開見込みを出していませんでした。推定の幅と整合しています。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宿と出国便は地震の前に設定します。設定はURLに入るので、宿や旅行会社が客に設定つきリンクを配れます。4言語に対応し、圏外でも最後の判定を表示します。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面では、依存ゼロ、ビルドなし、サーバなしの静的サイトです。地震直後の輻輳でも落ちにくい作りです。596路線への震度の割り当てはブラウザ内で162ミリ秒。14通りのシナリオで確認済みで、審査中もいつでも判定が見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「あとどれくらい」を出しているのは、ここだけです。待つか、今夜の寝場所を確保するかを、いま決められる。Move or Wait、動くか待つか。ありがとうございました。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6000" b="1">
                <a:solidFill>
                  <a:srgbClr val="FFFFFF"/>
                </a:solidFill>
                <a:latin typeface="Yu Gothic UI"/>
              </a:rPr>
              <a:t>Move or Wait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Yu Gothic UI"/>
              </a:rPr>
              <a:t>動くか、待つか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57600"/>
            <a:ext cx="100584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>
                <a:solidFill>
                  <a:srgbClr val="FFFFFF"/>
                </a:solidFill>
                <a:latin typeface="Yu Gothic UI"/>
              </a:rPr>
              <a:t>地震のあと、「運転再開の見込みは立っていません」に数字を与える。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2400" b="0">
                <a:solidFill>
                  <a:srgbClr val="FFFFFF"/>
                </a:solidFill>
                <a:latin typeface="Yu Gothic UI"/>
              </a:rPr>
              <a:t>訪日外国人が、待つか、今夜の寝場所を確保するかを、いま決められるように。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7607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FFFFFF"/>
                </a:solidFill>
                <a:latin typeface="Yu Gothic UI"/>
              </a:rPr>
              <a:t>公共交通オープンデータチャレンジ2026 応募作品  ·  tyra0119.github.io/pj_DisasterPrevention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課題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「運転再開の見込みは立っていません」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6583680" cy="137160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621792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81D"/>
                </a:solidFill>
                <a:latin typeface="Yu Gothic UI"/>
              </a:rPr>
              <a:t>現在、安全確認のため運転を見合わせています。</a:t>
            </a:r>
          </a:p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181D"/>
                </a:solidFill>
                <a:latin typeface="Yu Gothic UI"/>
              </a:rPr>
              <a:t>運転再開の見込みは立っていません。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300" b="0">
                <a:solidFill>
                  <a:srgbClr val="5C6670"/>
                </a:solidFill>
                <a:latin typeface="Yu Gothic UI"/>
              </a:rPr>
              <a:t>— 地震のあと、どの鉄道会社も同じ文になる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6583680" cy="23774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14181D"/>
                </a:solidFill>
                <a:latin typeface="Yu Gothic UI"/>
              </a:rPr>
              <a:t>方針ではない。点検内容で復旧時間が大きく変わり、数字が出せない。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600" b="1">
                <a:solidFill>
                  <a:srgbClr val="14181D"/>
                </a:solidFill>
                <a:latin typeface="Yu Gothic UI"/>
              </a:rPr>
              <a:t>2026-08-23 茨城県南部 M5.9 最大震度 5 弱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14181D"/>
                </a:solidFill>
                <a:latin typeface="Yu Gothic UI"/>
              </a:rPr>
              <a:t>02:00 発生 → 05:00 始発から関東の在来線が運転見合わせ</a:t>
            </a:r>
          </a:p>
          <a:p>
            <a:pPr algn="l">
              <a:lnSpc>
                <a:spcPct val="115000"/>
              </a:lnSpc>
            </a:pPr>
            <a:r>
              <a:rPr sz="1600" b="1">
                <a:solidFill>
                  <a:srgbClr val="A4231C"/>
                </a:solidFill>
                <a:latin typeface="Yu Gothic UI"/>
              </a:rPr>
              <a:t>→ 06:15 になっても再開見込みなし。4 時間以上、誰も「あとどれくらい」を言わない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194560"/>
            <a:ext cx="3291840" cy="356616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377440"/>
            <a:ext cx="1005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4181D"/>
                </a:solidFill>
                <a:latin typeface="Yu Gothic UI"/>
              </a:rPr>
              <a:t>02:00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2450592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地震発生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246120"/>
            <a:ext cx="1005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9A5B06"/>
                </a:solidFill>
                <a:latin typeface="Yu Gothic UI"/>
              </a:rPr>
              <a:t>05:00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319272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9A5B06"/>
                </a:solidFill>
                <a:latin typeface="Yu Gothic UI"/>
              </a:rPr>
              <a:t>始発から見合わせ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1005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4231C"/>
                </a:solidFill>
                <a:latin typeface="Yu Gothic UI"/>
              </a:rPr>
              <a:t>06:15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4187952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4231C"/>
                </a:solidFill>
                <a:latin typeface="Yu Gothic UI"/>
              </a:rPr>
              <a:t>再開見込みなし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83479"/>
            <a:ext cx="10058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A4231C"/>
                </a:solidFill>
                <a:latin typeface="Yu Gothic UI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5056631"/>
            <a:ext cx="192024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A4231C"/>
                </a:solidFill>
                <a:latin typeface="Yu Gothic UI"/>
              </a:rPr>
              <a:t>あとどれくらい？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誰が一番困るか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一番判断材料がないのは、訪日外国人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6766560" cy="868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181D"/>
                </a:solidFill>
                <a:latin typeface="Yu Gothic UI"/>
              </a:rPr>
              <a:t>日本語のアナウンスが読めない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670"/>
                </a:solidFill>
                <a:latin typeface="Yu Gothic UI"/>
              </a:rPr>
              <a:t>駅の電光掲示も、車内放送も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54679"/>
            <a:ext cx="6766560" cy="868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246119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181D"/>
                </a:solidFill>
                <a:latin typeface="Yu Gothic UI"/>
              </a:rPr>
              <a:t>「点検」が何時間を意味するか知らない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670"/>
                </a:solidFill>
                <a:latin typeface="Yu Gothic UI"/>
              </a:rPr>
              <a:t>30 分なのか、明日なのか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06240"/>
            <a:ext cx="6766560" cy="86868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97680"/>
            <a:ext cx="64008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14181D"/>
                </a:solidFill>
                <a:latin typeface="Yu Gothic UI"/>
              </a:rPr>
              <a:t>ホテルが数時間で埋まることを知らない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5C6670"/>
                </a:solidFill>
                <a:latin typeface="Yu Gothic UI"/>
              </a:rPr>
              <a:t>駅周辺は地震のあとすぐ満室になる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103120"/>
            <a:ext cx="3383280" cy="3063240"/>
          </a:xfrm>
          <a:prstGeom prst="roundRect">
            <a:avLst>
              <a:gd name="adj" fmla="val 6000"/>
            </a:avLst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286000"/>
            <a:ext cx="3017520" cy="2743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Yu Gothic UI"/>
              </a:rPr>
              <a:t>1 時間目に決めるか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Yu Gothic UI"/>
              </a:rPr>
              <a:t>4 時間目に決めるかで</a:t>
            </a:r>
          </a:p>
          <a:p>
            <a:pPr algn="l">
              <a:lnSpc>
                <a:spcPct val="115000"/>
              </a:lnSpc>
            </a:pPr>
            <a:r>
              <a:rPr sz="2400" b="1">
                <a:solidFill>
                  <a:srgbClr val="FFFFFF"/>
                </a:solidFill>
                <a:latin typeface="Yu Gothic UI"/>
              </a:rPr>
              <a:t>結果が変わる。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400" b="0">
                <a:solidFill>
                  <a:srgbClr val="FFFFFF"/>
                </a:solidFill>
                <a:latin typeface="Yu Gothic UI"/>
              </a:rPr>
              <a:t>今夜の宿は取ってある。飛行機は明日。待てばいいのか、動くべきなのか。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解決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73152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「あとどれくらい」に数字を与える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9494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4181D"/>
                </a:solidFill>
                <a:latin typeface="Yu Gothic UI"/>
              </a:rPr>
              <a:t>待つか、今夜の寝場所を確保するかを、いま決められるようにする。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800" b="1">
                <a:solidFill>
                  <a:srgbClr val="A4231C"/>
                </a:solidFill>
                <a:latin typeface="Yu Gothic UI"/>
              </a:rPr>
              <a:t>再開までの幅と時刻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「51 分〜4 時間 26 分 · 12:24〜15:59 ごろ」。路線ごとに出す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A4231C"/>
                </a:solidFill>
                <a:latin typeface="Yu Gothic UI"/>
              </a:rPr>
              <a:t>決断の形で出す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震度でも分数でもなく「今夜のうちに戻れる見込み」。終電と便の出発時刻から逆算</a:t>
            </a:r>
          </a:p>
          <a:p>
            <a:pPr algn="l">
              <a:lnSpc>
                <a:spcPct val="115000"/>
              </a:lnSpc>
              <a:spcBef>
                <a:spcPts val="1200"/>
              </a:spcBef>
            </a:pPr>
            <a:r>
              <a:rPr sz="1800" b="1">
                <a:solidFill>
                  <a:srgbClr val="A4231C"/>
                </a:solidFill>
                <a:latin typeface="Yu Gothic UI"/>
              </a:rPr>
              <a:t>いまいる場所・宿・出国便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事前に登録した場所ごとに、平常 / 遅れ / 停止 / 不通の印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600" b="1">
                <a:solidFill>
                  <a:srgbClr val="14181D"/>
                </a:solidFill>
                <a:latin typeface="Yu Gothic UI"/>
              </a:rPr>
              <a:t>この数字を出しているところは、他にない。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22208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verdict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411480"/>
            <a:ext cx="278870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根拠を開ける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73152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路線ごとに、なぜその幅なのかを見せる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694944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0">
                <a:solidFill>
                  <a:srgbClr val="14181D"/>
                </a:solidFill>
                <a:latin typeface="Yu Gothic UI"/>
              </a:rPr>
              <a:t>宿の行をタップすると、その周りの路線が 1 行ずつ。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700" b="0">
                <a:solidFill>
                  <a:srgbClr val="14181D"/>
                </a:solidFill>
                <a:latin typeface="Yu Gothic UI"/>
              </a:rPr>
              <a:t>路線の「+」で内訳が開く。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・線路上で最も強く揺れた観測点と震度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・点検が要る区間の長さ (km)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・再開までの幅と時刻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・対応する線路 (国土数値情報の線路名称)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・鉄道会社の案内 (ODPT 運行情報) と、その時点</a:t>
            </a:r>
          </a:p>
          <a:p>
            <a:pPr algn="l">
              <a:lnSpc>
                <a:spcPct val="115000"/>
              </a:lnSpc>
              <a:spcBef>
                <a:spcPts val="1400"/>
              </a:spcBef>
            </a:pPr>
            <a:r>
              <a:rPr sz="1500" b="0">
                <a:solidFill>
                  <a:srgbClr val="5C6670"/>
                </a:solidFill>
                <a:latin typeface="Yu Gothic UI"/>
              </a:rPr>
              <a:t>「鉄道会社の判断ではなく推定である」ことを毎回書く。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5C6670"/>
                </a:solidFill>
                <a:latin typeface="Yu Gothic UI"/>
              </a:rPr>
              <a:t>見込みを出すからこそ、根拠と限界を隠さない。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22208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line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411480"/>
            <a:ext cx="278870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待たない判断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51206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4181D"/>
                </a:solidFill>
                <a:latin typeface="Yu Gothic UI"/>
              </a:rPr>
              <a:t>震度 6 強なら、待たずに宿を取れ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206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5A1016"/>
                </a:solidFill>
                <a:latin typeface="Yu Gothic UI"/>
              </a:rPr>
              <a:t>「鉄道は使えない見込み」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見込み時刻は出さない。出せないものを出さない。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14181D"/>
                </a:solidFill>
                <a:latin typeface="Yu Gothic UI"/>
              </a:rPr>
              <a:t>「宿を取るなら早い方がいい。地震のあと、駅の近くはすぐ埋まります」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1800" b="1">
                <a:solidFill>
                  <a:srgbClr val="0B6B3A"/>
                </a:solidFill>
                <a:latin typeface="Yu Gothic UI"/>
              </a:rPr>
              <a:t>帰れないときに休める場所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一時滞在施設 (東京都・帰宅困難者向け) を青、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指定緊急避難場所 (国土地理院) を緑で、同じ地図に。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5C6670"/>
                </a:solidFill>
                <a:latin typeface="Yu Gothic UI"/>
              </a:rPr>
              <a:t>「休む場所」と「逃げる場所」は用途が違う。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500" b="0">
                <a:solidFill>
                  <a:srgbClr val="5C6670"/>
                </a:solidFill>
                <a:latin typeface="Yu Gothic UI"/>
              </a:rPr>
              <a:t>現在地は住所で出す。駅員やタクシーに画面を見せれば伝わる。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70448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3_avoid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411480"/>
            <a:ext cx="2788703" cy="60350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979191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4_shelter_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343" y="411480"/>
            <a:ext cx="278870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仕組み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震度 → 路線 → 運転系統 → 待ち時間 → 決断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81D"/>
                </a:solidFill>
                <a:latin typeface="Yu Gothic UI"/>
              </a:rPr>
              <a:t>気象庁の震度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920240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観測点 4,360 点。P2P地震情報と気象庁 bosai JSON から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79191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79191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633471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81D"/>
                </a:solidFill>
                <a:latin typeface="Yu Gothic UI"/>
              </a:rPr>
              <a:t>路線に重ねる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633471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国土数値情報 N02 の 596 路線・27,343 標本点に最大震度を割り当て。162 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92424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92424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346704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A4231C"/>
                </a:solidFill>
                <a:latin typeface="Yu Gothic UI"/>
              </a:rPr>
              <a:t>運転系統に組み替え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46704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4231C"/>
                </a:solidFill>
                <a:latin typeface="Yu Gothic UI"/>
              </a:rPr>
              <a:t>ODPT odpt:Railway / odpt:Station。「山手線」を旅客が知る一周に。190 系統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05656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105656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059936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81D"/>
                </a:solidFill>
                <a:latin typeface="Yu Gothic UI"/>
              </a:rPr>
              <a:t>推定式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4059936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震度 4 → 注意運転点検 30 分 / 5 弱 → 徒歩点検 6.0 分/km ± 30 / 6 弱〜 → 当面不通 (高浜・翠川 2011)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18888"/>
            <a:ext cx="502920" cy="502920"/>
          </a:xfrm>
          <a:prstGeom prst="roundRect">
            <a:avLst>
              <a:gd name="adj" fmla="val 6000"/>
            </a:avLst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818888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A4231C"/>
                </a:solidFill>
                <a:latin typeface="Yu Gothic UI"/>
              </a:rPr>
              <a:t>運行情報で終わらせる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773168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4231C"/>
                </a:solidFill>
                <a:latin typeface="Yu Gothic UI"/>
              </a:rPr>
              <a:t>ODPT odpt:TrainInformation が「平常」なら推定を捨てる。「見合わせ」なら裏付け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532120"/>
            <a:ext cx="502920" cy="502920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532120"/>
            <a:ext cx="502920" cy="50292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Yu Gothic U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486400"/>
            <a:ext cx="2926080" cy="5486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4181D"/>
                </a:solidFill>
                <a:latin typeface="Yu Gothic UI"/>
              </a:rPr>
              <a:t>決断に翻訳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5486400"/>
            <a:ext cx="7315200" cy="59436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終電・便の出発時刻から逆算して「今夜戻れる / 戻れない」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オープンデータの使い方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運行情報を「主」ではなく「推定を終わらせる手段」として使う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96596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ODPT  odpt:Railway / odpt:Station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01168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4231C"/>
                </a:solidFill>
                <a:latin typeface="Yu Gothic UI"/>
              </a:rPr>
              <a:t>線路名称 → 運転系統の対応表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2011680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N02 の山手線は 17 駅。運行情報も系統単位で来る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9464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615184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ODPT  odpt:TrainInformation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615184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A4231C"/>
                </a:solidFill>
                <a:latin typeface="Yu Gothic UI"/>
              </a:rPr>
              <a:t>推定を終わらせる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615184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推定は上限まで「止まっている」と言い続ける。事業者が平常と言えば捨てる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72968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218688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気象庁 bosai JSON / P2P地震情報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218688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震度分布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218688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鍵なし・CORS 開放。英語の震源名も入っている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776472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822192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気象庁 震度観測点一覧表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822192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観測点 → 座標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822192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199 地震 6,016 点で欠落ゼロ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79976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425696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国土数値情報 N02-25 (CC BY 4.0)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4425696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駅・線路の形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25696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同梱して配れる。空港アクセス路線が揃う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983480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029200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国土地理院 避難場所・逆ジオコーダ・タイル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5029200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逃げる先・現在地の住所・地図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029200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住所は見せれば伝わる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586984"/>
            <a:ext cx="10698480" cy="5486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632704"/>
            <a:ext cx="393192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4181D"/>
                </a:solidFill>
                <a:latin typeface="Yu Gothic UI"/>
              </a:rPr>
              <a:t>東京都 一時滞在施設 (CC BY 4.0)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632704"/>
            <a:ext cx="237744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帰宅困難者が休む場所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632704"/>
            <a:ext cx="4114800" cy="45720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C6670"/>
                </a:solidFill>
                <a:latin typeface="Yu Gothic UI"/>
              </a:rPr>
              <a:t>「逃げる」と「休む」は違う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実際の地震で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7498079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4181D"/>
                </a:solidFill>
                <a:latin typeface="Yu Gothic UI"/>
              </a:rPr>
              <a:t>2026-08-23 茨城県南部 M5.9 を実データで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2743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6670"/>
                </a:solidFill>
                <a:latin typeface="Yu Gothic UI"/>
              </a:rPr>
              <a:t>系統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011680"/>
            <a:ext cx="10972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6670"/>
                </a:solidFill>
                <a:latin typeface="Yu Gothic UI"/>
              </a:rPr>
              <a:t>震度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5C6670"/>
                </a:solidFill>
                <a:latin typeface="Yu Gothic UI"/>
              </a:rPr>
              <a:t>再開まで (推定)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7040880" cy="5029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山手線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23160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5 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23160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4231C"/>
                </a:solidFill>
                <a:latin typeface="Yu Gothic UI"/>
              </a:rPr>
              <a:t>1 時間 44 分 〜 5 時間 35 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44368"/>
            <a:ext cx="7040880" cy="5029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990088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中央線快速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990088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5 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990088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4231C"/>
                </a:solidFill>
                <a:latin typeface="Yu Gothic UI"/>
              </a:rPr>
              <a:t>1 時間 13 分 〜 4 時間 23 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511296"/>
            <a:ext cx="7040880" cy="5029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557016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京浜東北線・根岸線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557016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5 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557016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4231C"/>
                </a:solidFill>
                <a:latin typeface="Yu Gothic UI"/>
              </a:rPr>
              <a:t>3 時間 15 分 〜 9 時間 9 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078224"/>
            <a:ext cx="7040880" cy="50292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23944"/>
            <a:ext cx="265176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京急空港線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123944"/>
            <a:ext cx="109728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5 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123944"/>
            <a:ext cx="3200400" cy="41148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A4231C"/>
                </a:solidFill>
                <a:latin typeface="Yu Gothic UI"/>
              </a:rPr>
              <a:t>35 分 〜 2 時間 1 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828032"/>
            <a:ext cx="704088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4181D"/>
                </a:solidFill>
                <a:latin typeface="Yu Gothic UI"/>
              </a:rPr>
              <a:t>実際: JR 東日本は始発から見合わせ、発生 4 時間 15 分後の 06:15 でも再開見込みなし。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14181D"/>
                </a:solidFill>
                <a:latin typeface="Yu Gothic UI"/>
              </a:rPr>
              <a:t>推定の幅と整合する。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300" b="0">
                <a:solidFill>
                  <a:srgbClr val="5C6670"/>
                </a:solidFill>
                <a:latin typeface="Yu Gothic UI"/>
              </a:rPr>
              <a:t>?event=&lt;id&gt; で過去の地震をいつでも再現できる。実地震ごとに幅と実再開時刻を記録し、式を校正していく。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22208" y="338328"/>
            <a:ext cx="2935007" cy="618134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09_real_event_j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5360" y="411480"/>
            <a:ext cx="2788703" cy="60350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地震の前に済ませる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420624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>
                <a:solidFill>
                  <a:srgbClr val="14181D"/>
                </a:solidFill>
                <a:latin typeface="Yu Gothic UI"/>
              </a:rPr>
              <a:t>宿と出国便は事前に。</a:t>
            </a:r>
          </a:p>
          <a:p>
            <a:pPr algn="l">
              <a:lnSpc>
                <a:spcPct val="105000"/>
              </a:lnSpc>
            </a:pPr>
            <a:r>
              <a:rPr sz="2600" b="1">
                <a:solidFill>
                  <a:srgbClr val="14181D"/>
                </a:solidFill>
                <a:latin typeface="Yu Gothic UI"/>
              </a:rPr>
              <a:t>リンクで配れる。4 言語。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4023360" cy="3931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A4231C"/>
                </a:solidFill>
                <a:latin typeface="Yu Gothic UI"/>
              </a:rPr>
              <a:t>設定は URL に入る</a:t>
            </a:r>
          </a:p>
          <a:p>
            <a:pPr algn="l">
              <a:lnSpc>
                <a:spcPct val="115000"/>
              </a:lnSpc>
            </a:pPr>
            <a:r>
              <a:rPr sz="1200" b="0">
                <a:solidFill>
                  <a:srgbClr val="5C6670"/>
                </a:solidFill>
                <a:latin typeface="Yu Gothic UI"/>
              </a:rPr>
              <a:t>?lang=en&amp;home=…&amp;flight=NRT&amp;dep=…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400" b="0">
                <a:solidFill>
                  <a:srgbClr val="14181D"/>
                </a:solidFill>
                <a:latin typeface="Yu Gothic UI"/>
              </a:rPr>
              <a:t>宿・旅行会社・空港が、客に設定つきリンクを配れる。地震のあとに設定させない。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>
                <a:solidFill>
                  <a:srgbClr val="A4231C"/>
                </a:solidFill>
                <a:latin typeface="Yu Gothic UI"/>
              </a:rPr>
              <a:t>駅名検索は英語でも日本語でも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181D"/>
                </a:solidFill>
                <a:latin typeface="Yu Gothic UI"/>
              </a:rPr>
              <a:t>ODPT の駅名 (英語) と N02 の全駅 (日本語)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>
                <a:solidFill>
                  <a:srgbClr val="A4231C"/>
                </a:solidFill>
                <a:latin typeface="Yu Gothic UI"/>
              </a:rPr>
              <a:t>日本語・英語・中文・한국어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181D"/>
                </a:solidFill>
                <a:latin typeface="Yu Gothic UI"/>
              </a:rPr>
              <a:t>震源名は気象庁の英語名。時刻は 24 時間表記に固定</a:t>
            </a:r>
          </a:p>
          <a:p>
            <a:pPr algn="l">
              <a:lnSpc>
                <a:spcPct val="115000"/>
              </a:lnSpc>
              <a:spcBef>
                <a:spcPts val="1600"/>
              </a:spcBef>
            </a:pPr>
            <a:r>
              <a:rPr sz="1700" b="1">
                <a:solidFill>
                  <a:srgbClr val="A4231C"/>
                </a:solidFill>
                <a:latin typeface="Yu Gothic UI"/>
              </a:rPr>
              <a:t>圏外でも最後の判定を表示</a:t>
            </a:r>
          </a:p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181D"/>
                </a:solidFill>
                <a:latin typeface="Yu Gothic UI"/>
              </a:rPr>
              <a:t>Service Worker。地震直後の輻輳に備える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7488" y="1024128"/>
            <a:ext cx="2258958" cy="471830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6_setting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097280"/>
            <a:ext cx="2112654" cy="457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34462" y="1024128"/>
            <a:ext cx="2258958" cy="471830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7_verdict_j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7614" y="1097280"/>
            <a:ext cx="2112654" cy="4572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821436" y="1024128"/>
            <a:ext cx="2258958" cy="4718304"/>
          </a:xfrm>
          <a:prstGeom prst="roundRect">
            <a:avLst>
              <a:gd name="adj" fmla="val 6000"/>
            </a:avLst>
          </a:prstGeom>
          <a:solidFill>
            <a:srgbClr val="14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8_verdict_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588" y="1097280"/>
            <a:ext cx="2112654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A4231C"/>
                </a:solidFill>
                <a:latin typeface="Yu Gothic UI"/>
              </a:rPr>
              <a:t>技術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86868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14181D"/>
                </a:solidFill>
                <a:latin typeface="Yu Gothic UI"/>
              </a:rPr>
              <a:t>依存ゼロ・ビルドなし・サーバなし。地震直後に落ちない作り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103120"/>
            <a:ext cx="18288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4231C"/>
                </a:solidFill>
                <a:latin typeface="Yu Gothic UI"/>
              </a:rPr>
              <a:t>162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2103120"/>
            <a:ext cx="292608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全国 596 路線・27,343 標本点への震度割り当て (ブラウザ内)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103120"/>
            <a:ext cx="18288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4231C"/>
                </a:solidFill>
                <a:latin typeface="Yu Gothic UI"/>
              </a:rPr>
              <a:t>0 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103120"/>
            <a:ext cx="292608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観測点の座標解決の欠落。199 地震・6,016 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2900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520440"/>
            <a:ext cx="18288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4231C"/>
                </a:solidFill>
                <a:latin typeface="Yu Gothic UI"/>
              </a:rPr>
              <a:t>98.2%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40" y="3520440"/>
            <a:ext cx="292608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運転系統の対応表の駅被覆。190/215 系統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429000"/>
            <a:ext cx="5212080" cy="1234440"/>
          </a:xfrm>
          <a:prstGeom prst="roundRect">
            <a:avLst>
              <a:gd name="adj" fmla="val 6000"/>
            </a:avLst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520440"/>
            <a:ext cx="182880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A4231C"/>
                </a:solidFill>
                <a:latin typeface="Yu Gothic UI"/>
              </a:rPr>
              <a:t>14 通り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520440"/>
            <a:ext cx="2926080" cy="1005840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4181D"/>
                </a:solidFill>
                <a:latin typeface="Yu Gothic UI"/>
              </a:rPr>
              <a:t>速報・震度 4・5 弱・6 強・遠方・期限切れ・深夜・4 言語… のシナリオ確認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698480" cy="11887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14181D"/>
                </a:solidFill>
                <a:latin typeface="Yu Gothic UI"/>
              </a:rPr>
              <a:t>GitHub Pages の静的配信。ES modules + JSDoc、地図タイル描画も自前。地震・運行情報は常に網から、同梱データはキャッシュ優先。</a:t>
            </a:r>
          </a:p>
          <a:p>
            <a:pPr algn="l">
              <a:lnSpc>
                <a:spcPct val="115000"/>
              </a:lnSpc>
              <a:spcBef>
                <a:spcPts val="600"/>
              </a:spcBef>
            </a:pPr>
            <a:r>
              <a:rPr sz="1400" b="0">
                <a:solidFill>
                  <a:srgbClr val="5C6670"/>
                </a:solidFill>
                <a:latin typeface="Yu Gothic UI"/>
              </a:rPr>
              <a:t>検証スクリプト同梱: verify:shindo / verify:rail / verify:systems / verify:regulation / verify:traininfo。?scenario= と ?event= で審査中もいつでも判定が見える。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0"/>
            <a:ext cx="73152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Move or Wait — 動くか、待つか  ·  公共交通オープンデータチャレンジ2026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>
                <a:solidFill>
                  <a:srgbClr val="5C6670"/>
                </a:solidFill>
                <a:latin typeface="Yu Gothic UI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423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80160"/>
            <a:ext cx="10515600" cy="21945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Yu Gothic UI"/>
              </a:rPr>
              <a:t>「あとどれくらい」を出しているのは、ここだけ。</a:t>
            </a:r>
          </a:p>
          <a:p>
            <a:pPr algn="l">
              <a:lnSpc>
                <a:spcPct val="115000"/>
              </a:lnSpc>
              <a:spcBef>
                <a:spcPts val="1800"/>
              </a:spcBef>
            </a:pPr>
            <a:r>
              <a:rPr sz="2600" b="0">
                <a:solidFill>
                  <a:srgbClr val="FFFFFF"/>
                </a:solidFill>
                <a:latin typeface="Yu Gothic UI"/>
              </a:rPr>
              <a:t>待つか、今夜の寝場所を確保するかを、いま決められる。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515600" cy="1463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Yu Gothic UI"/>
              </a:rPr>
              <a:t>公共交通オープンデータで、線路名称を運転系統に組み替え、運行情報で推定を終わらせる。</a:t>
            </a:r>
          </a:p>
          <a:p>
            <a:pPr algn="l">
              <a:lnSpc>
                <a:spcPct val="115000"/>
              </a:lnSpc>
              <a:spcBef>
                <a:spcPts val="1000"/>
              </a:spcBef>
            </a:pPr>
            <a:r>
              <a:rPr sz="1500" b="0">
                <a:solidFill>
                  <a:srgbClr val="FFFFFF"/>
                </a:solidFill>
                <a:latin typeface="Yu Gothic UI"/>
              </a:rPr>
              <a:t>次は: 一時滞在施設を大阪・京都・福岡へ / 津波の避難場所 / ODPT 航空データで出国便 / 実地震で式を校正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669280"/>
            <a:ext cx="1051560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Yu Gothic UI"/>
              </a:rPr>
              <a:t>Move or Wait — 動くか、待つか</a:t>
            </a:r>
          </a:p>
          <a:p>
            <a:pPr algn="l">
              <a:lnSpc>
                <a:spcPct val="115000"/>
              </a:lnSpc>
            </a:pPr>
            <a:r>
              <a:rPr sz="1600" b="0">
                <a:solidFill>
                  <a:srgbClr val="FFFFFF"/>
                </a:solidFill>
                <a:latin typeface="Yu Gothic UI"/>
              </a:rPr>
              <a:t>https://tyra0119.github.io/pj_DisasterPrevention/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